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740eda02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a740eda02_3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740eda02_3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8" name="Google Shape;138;g3fa740eda02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a740eda02_3_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740eda02_3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9" name="Google Shape;159;g3fa740eda02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a740eda02_3_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740eda02_3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1" name="Google Shape;171;g3fa740eda02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a740eda02_3_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740eda02_3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4" name="Google Shape;184;g3fa740eda02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a740eda02_3_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a740eda02_3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01" name="Google Shape;201;g3fa740eda02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a740eda02_3_1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657260" y="638641"/>
            <a:ext cx="3478953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733593" y="14353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934265" y="486461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5"/>
          <p:cNvSpPr txBox="1"/>
          <p:nvPr>
            <p:ph type="ctrTitle"/>
          </p:nvPr>
        </p:nvSpPr>
        <p:spPr>
          <a:xfrm>
            <a:off x="248464" y="-395068"/>
            <a:ext cx="7772400" cy="1557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3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50600" y="1557350"/>
            <a:ext cx="68580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b="1" lang="en" sz="1500">
                <a:solidFill>
                  <a:schemeClr val="dk1"/>
                </a:solidFill>
              </a:rPr>
              <a:t>- </a:t>
            </a: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SIH26179 </a:t>
            </a:r>
            <a:endParaRPr sz="800"/>
          </a:p>
          <a:p>
            <a:pPr indent="-19685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dk1"/>
                </a:solidFill>
              </a:rPr>
              <a:t>Problem Statement Title - AI Powered Retail Intelligence Platform</a:t>
            </a:r>
            <a:endParaRPr sz="800"/>
          </a:p>
          <a:p>
            <a:pPr indent="-19685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- Miscellaneous </a:t>
            </a:r>
            <a:endParaRPr sz="800"/>
          </a:p>
          <a:p>
            <a:pPr indent="-19685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Hardware</a:t>
            </a:r>
            <a:endParaRPr sz="800"/>
          </a:p>
          <a:p>
            <a:pPr indent="-19685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r>
              <a:rPr b="1" lang="en" sz="1500">
                <a:solidFill>
                  <a:schemeClr val="dk1"/>
                </a:solidFill>
              </a:rPr>
              <a:t> - TECH TITANS 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>
            <p:ph type="title"/>
          </p:nvPr>
        </p:nvSpPr>
        <p:spPr>
          <a:xfrm>
            <a:off x="137249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SMART RETAIL INTELLIGENCE </a:t>
            </a:r>
            <a:endParaRPr sz="3400"/>
          </a:p>
        </p:txBody>
      </p:sp>
      <p:sp>
        <p:nvSpPr>
          <p:cNvPr id="143" name="Google Shape;143;p26"/>
          <p:cNvSpPr txBox="1"/>
          <p:nvPr/>
        </p:nvSpPr>
        <p:spPr>
          <a:xfrm>
            <a:off x="-1" y="1548691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730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Times New Roman"/>
              <a:buChar char="❖"/>
            </a:pPr>
            <a:r>
              <a:rPr b="1" lang="en" sz="27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 </a:t>
            </a:r>
            <a:endParaRPr sz="1100"/>
          </a:p>
        </p:txBody>
      </p:sp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5" name="Google Shape;145;p26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46" name="Google Shape;146;p26"/>
          <p:cNvSpPr/>
          <p:nvPr/>
        </p:nvSpPr>
        <p:spPr>
          <a:xfrm>
            <a:off x="137250" y="189175"/>
            <a:ext cx="13365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TECH TITANS </a:t>
            </a:r>
            <a:endParaRPr b="1" sz="1000">
              <a:solidFill>
                <a:schemeClr val="dk1"/>
              </a:solidFill>
            </a:endParaRPr>
          </a:p>
        </p:txBody>
      </p:sp>
      <p:pic>
        <p:nvPicPr>
          <p:cNvPr id="147" name="Google Shape;1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>
            <a:off x="361275" y="2131550"/>
            <a:ext cx="26430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313650" y="2177825"/>
            <a:ext cx="1768500" cy="120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SENSE: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Shopper analytics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Queue monitoring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Inventory Visibility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2433525" y="2163650"/>
            <a:ext cx="1768500" cy="119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PREDICT: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Stock-out Prediction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Anomaly Detection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Queue Congestion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Prediction</a:t>
            </a:r>
            <a:endParaRPr sz="1300"/>
          </a:p>
        </p:txBody>
      </p:sp>
      <p:sp>
        <p:nvSpPr>
          <p:cNvPr id="151" name="Google Shape;151;p26"/>
          <p:cNvSpPr/>
          <p:nvPr/>
        </p:nvSpPr>
        <p:spPr>
          <a:xfrm>
            <a:off x="4584625" y="2163650"/>
            <a:ext cx="1768500" cy="119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PRIORITIZE: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Risk Classification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Impact Prioritization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Critical Risk Detection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6735750" y="2131550"/>
            <a:ext cx="1768500" cy="119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ACT: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Automated Alerts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AI Recommendations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Manager Action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26"/>
          <p:cNvSpPr/>
          <p:nvPr/>
        </p:nvSpPr>
        <p:spPr>
          <a:xfrm>
            <a:off x="2082100" y="2571750"/>
            <a:ext cx="351300" cy="21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4233263" y="2621150"/>
            <a:ext cx="351300" cy="21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6384425" y="2540300"/>
            <a:ext cx="351300" cy="21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2186700" y="3633725"/>
            <a:ext cx="4366500" cy="671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KEY INNOVATION: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Prediction → Decision → Action </a:t>
            </a:r>
            <a:endParaRPr b="1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400"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5" name="Google Shape;165;p27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66" name="Google Shape;166;p27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TECH TITANS </a:t>
            </a:r>
            <a:endParaRPr b="1" sz="1000">
              <a:solidFill>
                <a:schemeClr val="dk1"/>
              </a:solidFill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 title="0697e476-a4a0-4380-9b3f-9e6e17d2ae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Your startup LOGO" id="174" name="Google Shape;174;p28"/>
          <p:cNvSpPr/>
          <p:nvPr/>
        </p:nvSpPr>
        <p:spPr>
          <a:xfrm>
            <a:off x="247330" y="189185"/>
            <a:ext cx="9390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TITANS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400"/>
          </a:p>
        </p:txBody>
      </p:sp>
      <p:sp>
        <p:nvSpPr>
          <p:cNvPr id="177" name="Google Shape;177;p28"/>
          <p:cNvSpPr txBox="1"/>
          <p:nvPr/>
        </p:nvSpPr>
        <p:spPr>
          <a:xfrm>
            <a:off x="457200" y="1900240"/>
            <a:ext cx="7038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9" name="Google Shape;179;p28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 title="d4898555-27f0-48a7-b351-cdd2f738c09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736"/>
            <a:ext cx="9144001" cy="514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9"/>
          <p:cNvSpPr txBox="1"/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0" name="Google Shape;190;p29"/>
          <p:cNvSpPr txBox="1"/>
          <p:nvPr>
            <p:ph idx="11" type="ftr"/>
          </p:nvPr>
        </p:nvSpPr>
        <p:spPr>
          <a:xfrm>
            <a:off x="3486150" y="4767265"/>
            <a:ext cx="240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91" name="Google Shape;191;p29"/>
          <p:cNvSpPr/>
          <p:nvPr/>
        </p:nvSpPr>
        <p:spPr>
          <a:xfrm>
            <a:off x="247330" y="189185"/>
            <a:ext cx="939000" cy="605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TECH TITANS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92" name="Google Shape;1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9"/>
          <p:cNvSpPr txBox="1"/>
          <p:nvPr/>
        </p:nvSpPr>
        <p:spPr>
          <a:xfrm>
            <a:off x="981900" y="1485125"/>
            <a:ext cx="76305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Real-Time Data → AI Insights → Early Risk Detection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→ Prioritized Action → Better Operations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→ Better Customer Experience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457200" y="2926080"/>
            <a:ext cx="1645800" cy="73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INVENTORY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Reduce Stock-outs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95" name="Google Shape;195;p29"/>
          <p:cNvSpPr/>
          <p:nvPr/>
        </p:nvSpPr>
        <p:spPr>
          <a:xfrm>
            <a:off x="2194560" y="2926080"/>
            <a:ext cx="1645800" cy="73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CUSTOMER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Reduce Waiting Time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196" name="Google Shape;196;p29"/>
          <p:cNvSpPr/>
          <p:nvPr/>
        </p:nvSpPr>
        <p:spPr>
          <a:xfrm>
            <a:off x="3931920" y="2926080"/>
            <a:ext cx="1645800" cy="73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STAFFING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Better Staff Allocation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197" name="Google Shape;197;p29"/>
          <p:cNvSpPr/>
          <p:nvPr/>
        </p:nvSpPr>
        <p:spPr>
          <a:xfrm>
            <a:off x="5669280" y="2926080"/>
            <a:ext cx="1645800" cy="73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OPERATIONS</a:t>
            </a:r>
            <a:endParaRPr b="1"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Faster Decisions</a:t>
            </a:r>
            <a:endParaRPr b="1"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198" name="Google Shape;198;p29"/>
          <p:cNvSpPr/>
          <p:nvPr/>
        </p:nvSpPr>
        <p:spPr>
          <a:xfrm>
            <a:off x="7406640" y="2926080"/>
            <a:ext cx="1645800" cy="73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PRIVACY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Anonymous Tracking </a:t>
            </a:r>
            <a:endParaRPr b="1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593225" y="1344168"/>
            <a:ext cx="3291900" cy="18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RESEARCH BASIS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AI-Driven Inventory Intelligence for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Large-Scale Retail Operations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Prasanna Kumar Natta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IJAESIT, Volume 5, Issue 2, 2022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DOI: 10.15662/IJAESIT.2022.0502002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8" name="Google Shape;208;p30"/>
          <p:cNvSpPr txBox="1"/>
          <p:nvPr>
            <p:ph idx="11" type="ftr"/>
          </p:nvPr>
        </p:nvSpPr>
        <p:spPr>
          <a:xfrm>
            <a:off x="3486150" y="4767265"/>
            <a:ext cx="2403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r>
              <a:rPr b="0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09" name="Google Shape;209;p30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TECH TITANS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0"/>
          <p:cNvSpPr txBox="1"/>
          <p:nvPr/>
        </p:nvSpPr>
        <p:spPr>
          <a:xfrm>
            <a:off x="4114800" y="1344168"/>
            <a:ext cx="3825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TECHNICAL REFERENCES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• </a:t>
            </a:r>
            <a:r>
              <a:rPr lang="en" sz="1300">
                <a:solidFill>
                  <a:schemeClr val="dk1"/>
                </a:solidFill>
              </a:rPr>
              <a:t>Qualcomm – Intelligent In-Store Retail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Ultralytics – YOLOv8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Spring Boot Documentation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PostgreSQL Documentation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React Documentation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